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DoCoG — ECCV 2026 Spotlight</dc:title>
  <dc:subject/>
  <dc:creator>BharatGen · IIIT Hyderabad</dc:creator>
  <cp:keywords/>
  <dc:description>Mask-based Multi-Type Grounded Chain-of-Thought for Document QA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